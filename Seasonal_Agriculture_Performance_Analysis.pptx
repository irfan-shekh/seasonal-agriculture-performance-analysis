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84" d="100"/>
          <a:sy n="84" d="100"/>
        </p:scale>
        <p:origin x="132" y="-30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6" y="3472820"/>
            <a:ext cx="5899449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[Student Name : Irfan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Name-Guru Nanak Dev Engineering College Bidar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72" y="2535561"/>
            <a:ext cx="4998720" cy="743448"/>
          </a:xfrm>
        </p:spPr>
        <p:txBody>
          <a:bodyPr>
            <a:normAutofit fontScale="90000"/>
          </a:bodyPr>
          <a:lstStyle/>
          <a:p>
            <a:r>
              <a:rPr sz="2200" dirty="0"/>
              <a:t>Project Title -
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797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</a:t>
            </a:r>
            <a:r>
              <a:rPr lang="en-IN" dirty="0"/>
              <a:t>STU67fe8405bb9571744733189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700"/>
            </a:pPr>
            <a:r>
              <a:t>Analyze how agricultural performance varies across Kharif, Rabi, and Zaid seasons.</a:t>
            </a:r>
          </a:p>
          <a:p>
            <a:pPr>
              <a:spcAft>
                <a:spcPts val="700"/>
              </a:spcAft>
              <a:defRPr sz="1700"/>
            </a:pPr>
            <a:r>
              <a:t>Compare environmental conditions: rainfall, temperature, sunlight, and soil moisture.</a:t>
            </a:r>
          </a:p>
          <a:p>
            <a:pPr>
              <a:spcAft>
                <a:spcPts val="700"/>
              </a:spcAft>
              <a:defRPr sz="1700"/>
            </a:pPr>
            <a:r>
              <a:t>Evaluate water, fertilizer, pesticide use and irrigation practices.</a:t>
            </a:r>
          </a:p>
          <a:p>
            <a:pPr>
              <a:spcAft>
                <a:spcPts val="700"/>
              </a:spcAft>
              <a:defRPr sz="1700"/>
            </a:pPr>
            <a:r>
              <a:t>Measure seasonal differences in yield, water efficiency, revenue, cost, and profit.</a:t>
            </a:r>
          </a:p>
          <a:p>
            <a:pPr>
              <a:spcAft>
                <a:spcPts val="700"/>
              </a:spcAft>
              <a:defRPr sz="1700"/>
            </a:pPr>
            <a:r>
              <a:t>Assess pest/disease risk and its relationship with environmental factors.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748063"/>
            <a:ext cx="6276109" cy="4315427"/>
          </a:xfrm>
        </p:spPr>
        <p:txBody>
          <a:bodyPr>
            <a:noAutofit/>
          </a:bodyPr>
          <a:lstStyle/>
          <a:p>
            <a:r>
              <a:rPr sz="2800" dirty="0"/>
              <a:t>Project Description</a:t>
            </a:r>
            <a:br>
              <a:rPr lang="en-US" sz="2800" dirty="0"/>
            </a:br>
            <a:r>
              <a:rPr sz="1500" dirty="0"/>
              <a:t>
</a:t>
            </a:r>
            <a:r>
              <a:rPr sz="2000" b="0" dirty="0"/>
              <a:t>The project analyzes a 4,000-record seasonal agriculture dataset covering environmental conditions, farming practices, productivity, and economics. Data is cleaned using group-wise imputation, numerical relationships are validated, and new measures such as </a:t>
            </a:r>
            <a:r>
              <a:rPr sz="2000" b="0" dirty="0" err="1"/>
              <a:t>Profit_Per_Hectare</a:t>
            </a:r>
            <a:r>
              <a:rPr sz="2000" b="0" dirty="0"/>
              <a:t>, </a:t>
            </a:r>
            <a:r>
              <a:rPr sz="2000" b="0" dirty="0" err="1"/>
              <a:t>Input_Cost_Per_Hectare</a:t>
            </a:r>
            <a:r>
              <a:rPr sz="2000" b="0" dirty="0"/>
              <a:t>, </a:t>
            </a:r>
            <a:r>
              <a:rPr sz="2000" b="0" dirty="0" err="1"/>
              <a:t>Total_Fertilizer_kg_ha</a:t>
            </a:r>
            <a:r>
              <a:rPr sz="2000" b="0" dirty="0"/>
              <a:t>, and </a:t>
            </a:r>
            <a:r>
              <a:rPr sz="2000" b="0" dirty="0" err="1"/>
              <a:t>Fertilizer_Per_Yield</a:t>
            </a:r>
            <a:r>
              <a:rPr sz="2000" b="0" dirty="0"/>
              <a:t> are engineered. Comparative EDA and statistical testing are then used to identify seasonal patterns and risks.</a:t>
            </a: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700"/>
              </a:spcAft>
              <a:defRPr sz="1900"/>
            </a:pPr>
            <a:r>
              <a:t>Farmers — for seasonal crop and resource planning.</a:t>
            </a:r>
            <a:endParaRPr lang="en-IN" sz="3600" dirty="0"/>
          </a:p>
          <a:p>
            <a:pPr>
              <a:spcAft>
                <a:spcPts val="700"/>
              </a:spcAft>
              <a:defRPr sz="1900"/>
            </a:pPr>
            <a:r>
              <a:t>Agricultural planners — for irrigation, fertilizer, and crop decisions.</a:t>
            </a:r>
          </a:p>
          <a:p>
            <a:pPr>
              <a:spcAft>
                <a:spcPts val="700"/>
              </a:spcAft>
              <a:defRPr sz="1900"/>
            </a:pPr>
            <a:r>
              <a:t>Agricultural stakeholders — for evaluating productivity, profitability, and seasonal risk.</a:t>
            </a:r>
          </a:p>
          <a:p>
            <a:pPr>
              <a:spcAft>
                <a:spcPts val="700"/>
              </a:spcAft>
              <a:defRPr sz="1900"/>
            </a:pPr>
            <a:r>
              <a:t>Decision-makers — for evidence-based resource optimization and risk mitigation.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700"/>
              </a:spcAft>
              <a:defRPr sz="1900"/>
            </a:pPr>
            <a:r>
              <a:t>Python</a:t>
            </a:r>
            <a:endParaRPr lang="en-IN" dirty="0"/>
          </a:p>
          <a:p>
            <a:pPr>
              <a:spcAft>
                <a:spcPts val="700"/>
              </a:spcAft>
              <a:defRPr sz="1900"/>
            </a:pPr>
            <a:r>
              <a:t>Pandas — data loading, cleaning, transformation, and feature engineering</a:t>
            </a:r>
          </a:p>
          <a:p>
            <a:pPr>
              <a:spcAft>
                <a:spcPts val="700"/>
              </a:spcAft>
              <a:defRPr sz="1900"/>
            </a:pPr>
            <a:r>
              <a:t>NumPy — numerical operations</a:t>
            </a:r>
          </a:p>
          <a:p>
            <a:pPr>
              <a:spcAft>
                <a:spcPts val="700"/>
              </a:spcAft>
              <a:defRPr sz="1900"/>
            </a:pPr>
            <a:r>
              <a:t>Matplotlib &amp; Seaborn — exploratory analysis and visualization</a:t>
            </a:r>
          </a:p>
          <a:p>
            <a:pPr>
              <a:spcAft>
                <a:spcPts val="700"/>
              </a:spcAft>
              <a:defRPr sz="1900"/>
            </a:pPr>
            <a:r>
              <a:t>SciPy — Kruskal-Wallis hypothesis testing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r>
              <a:rPr sz="2000" b="1"/>
              <a:t>RESULTS
Seasonal Profile Breakdown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Finding
Environmental conditions vary by season. Kharif generally shows higher rainfall and soil moisture.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Analysis
The notebook compares rainfall, temperature, sunlight hours, and soil moisture across Kharif, Rabi, and Zaid.</a:t>
            </a:r>
            <a:endParaRPr lang="en-GB" sz="2000" dirty="0"/>
          </a:p>
        </p:txBody>
      </p:sp>
      <p:pic>
        <p:nvPicPr>
          <p:cNvPr id="31" name="Picture 30" descr="_chart_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44" y="2149485"/>
            <a:ext cx="8965486" cy="411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r>
              <a:rPr sz="2000" b="1"/>
              <a:t>RESULTS
Crop &amp; Season Distribution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Finding
Crop composition differs across seasons, showing seasonal crop specialization.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Analysis
The distribution chart counts farms by season and crop to reveal which crops are represented in each growing period.</a:t>
            </a:r>
            <a:endParaRPr lang="en-GB" sz="2000" dirty="0"/>
          </a:p>
        </p:txBody>
      </p:sp>
      <p:pic>
        <p:nvPicPr>
          <p:cNvPr id="31" name="Picture 30" descr="_chart_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34" y="2236481"/>
            <a:ext cx="8691166" cy="394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000" b="1"/>
              <a:t>RESULTS
Resource Utilization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Finding
Water, fertilizer, and pesticide intensity vary across seasons.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 dirty="0"/>
              <a:t>Analysis
The analysis compares Water_Used_m3, </a:t>
            </a:r>
            <a:r>
              <a:rPr sz="1300" b="0" dirty="0" err="1"/>
              <a:t>Total_Fertilizer_kg_ha</a:t>
            </a:r>
            <a:r>
              <a:rPr sz="1300" b="0" dirty="0"/>
              <a:t>, and </a:t>
            </a:r>
            <a:r>
              <a:rPr sz="1300" b="0" dirty="0" err="1"/>
              <a:t>Pesticide_Litre_ha</a:t>
            </a:r>
            <a:r>
              <a:rPr sz="1300" b="0" dirty="0"/>
              <a:t> by season and highlights irrigation practices.</a:t>
            </a:r>
            <a:endParaRPr lang="en-GB" sz="2000" dirty="0"/>
          </a:p>
        </p:txBody>
      </p:sp>
      <p:pic>
        <p:nvPicPr>
          <p:cNvPr id="31" name="Picture 30" descr="_chart_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96" y="2320734"/>
            <a:ext cx="7893154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000" b="1"/>
              <a:t>RESULTS
Productivity &amp; Yield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Finding
Yield and water-efficiency distributions differ across seasons.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 dirty="0"/>
              <a:t>Analysis
The notebook visualizes </a:t>
            </a:r>
            <a:r>
              <a:rPr sz="1300" b="0" dirty="0" err="1"/>
              <a:t>Yield_Tonnes_Ha</a:t>
            </a:r>
            <a:r>
              <a:rPr sz="1300" b="0" dirty="0"/>
              <a:t> distributions and Water_Efficiency_t_per_1000m3 by season.</a:t>
            </a:r>
            <a:endParaRPr lang="en-GB" sz="2000" dirty="0"/>
          </a:p>
        </p:txBody>
      </p:sp>
      <p:pic>
        <p:nvPicPr>
          <p:cNvPr id="31" name="Picture 30" descr="_chart_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82" y="2274570"/>
            <a:ext cx="8994468" cy="419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000" b="1"/>
              <a:t>RESULTS
Economic Variations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Finding
Revenue, cost, and profit show clear seasonal variation.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/>
              <a:t>Analysis
Kruskal-Wallis testing found statistically significant seasonal differences in profit: H=101.93, p=7.36e-23.</a:t>
            </a:r>
            <a:endParaRPr lang="en-GB" sz="2000" dirty="0"/>
          </a:p>
        </p:txBody>
      </p:sp>
      <p:pic>
        <p:nvPicPr>
          <p:cNvPr id="31" name="Picture 30" descr="_chart_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2622273"/>
            <a:ext cx="8321040" cy="296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8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3343561" cy="3410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dirty="0"/>
              <a:t>• Build early-warning systems using humidity and temperature forecasts.
• Expand predictive models for yield, profit, and pest/disease risk.
• Optimize irrigation and fertilizer recommendations at farm level.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574294" y="1526830"/>
            <a:ext cx="3343561" cy="4176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dirty="0"/>
              <a:t>• Extend analysis to additional seasons, crops, and locations.
• Develop dashboards for continuous agricultural monitoring.
• Use statistical and ML models to support seasonal crop planning.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8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835332" y="2411729"/>
            <a:ext cx="7668588" cy="1188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dirty="0"/>
              <a:t>GitHub repository link: </a:t>
            </a:r>
            <a:r>
              <a:rPr lang="en-IN" sz="1800" dirty="0"/>
              <a:t>https://github.com/irfan-shekh/Seasonal-Agriculture-Performance-Analysis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/>
              <a:t>Course: Data Visualization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/>
              <a:t>VOIS Course Completion Certificate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F67B2-F70D-8E00-9733-2CACCE424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54" y="2118015"/>
            <a:ext cx="8173591" cy="43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569</TotalTime>
  <Words>587</Words>
  <Application>Microsoft Office PowerPoint</Application>
  <PresentationFormat>Widescreen</PresentationFormat>
  <Paragraphs>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
Seasonal Agriculture Performance Analysis</vt:lpstr>
      <vt:lpstr>PROBLEM  STATEMENT</vt:lpstr>
      <vt:lpstr>Project Description 
The project analyzes a 4,000-record seasonal agriculture dataset covering environmental conditions, farming practices, productivity, and economics. Data is cleaned using group-wise imputation, numerical relationships are validated, and new measures such as Profit_Per_Hectare, Input_Cost_Per_Hectare, Total_Fertilizer_kg_ha, and Fertilizer_Per_Yield are engineered. Comparative EDA and statistical testing are then used to identify seasonal patterns and risks.</vt:lpstr>
      <vt:lpstr>WHO ARE THE END USERS?</vt:lpstr>
      <vt:lpstr>Technology Used</vt:lpstr>
      <vt:lpstr>RESULTS
Seasonal Profile Breakdown</vt:lpstr>
      <vt:lpstr>RESULTS
Crop &amp; Season Distribution</vt:lpstr>
      <vt:lpstr>RESULTS
Resource Utilization</vt:lpstr>
      <vt:lpstr>RESULTS
Productivity &amp; Yield</vt:lpstr>
      <vt:lpstr>RESULTS
Economic Variations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Irfan shekh</cp:lastModifiedBy>
  <cp:revision>99</cp:revision>
  <dcterms:created xsi:type="dcterms:W3CDTF">2021-07-11T13:13:15Z</dcterms:created>
  <dcterms:modified xsi:type="dcterms:W3CDTF">2026-09-09T06:24:11Z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